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纯代码域 src/（规格在迭代容器）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架构决策（全局历史累积）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运营资产：配置 / 接口 / 规范 / 手册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sp-NNN-名称/（docs/ + specs/）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三种文档：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架构设计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上下文、ER、流程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数据字典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跨模块共享实体定义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决策记录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多方案对比 + 理由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新人先读 adrs/，30 分钟看懂系统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+ sprints/*/specs/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本次迭代拆几个 spec？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需要新 adr 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跨 spec 依赖？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核心 API/表名？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adrs/ 架构文档 + 迭代 specs/ 四文件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sprints/*/sprints/*/specs/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/ 配置 / 接口 / 手册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spec 依赖其他 spec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spec-002 (后端认证服务)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