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91840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1485900"/>
          </a:xfrm>
          <a:prstGeom prst="rect">
            <a:avLst/>
          </a:prstGeom>
          <a:solidFill>
            <a:srgbClr val="0D9488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开发方法论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规格驱动开发 · 人机协作 · 五步流程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  ·  开源社区版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为什么需要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457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 PRD → Dev 理解偏差 → 返工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48840" y="795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信息传递层层失真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20240" y="132588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148840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边写边改需求，没人知道最终做了什么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48840" y="1755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缺乏需求锚点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20240" y="228600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14884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写代码没有上下文，边写边问效率低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48840" y="2715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用不上力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324612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2148840" y="3337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产品、开发、AI 三者没有统一沟通语言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4884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角色各自为政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3" name="Text 21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核心问题：缺一个「信任源」(Single Source of Truth)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所有决策在文档阶段决定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不在编码阶段边写边改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角色边界明确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出业务 · Dev 出方案 · AI 按规格执行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210312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 + 原型 + 架构 + 规格 + 代码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一条完整的信任链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22860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不跳步骤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Step 3 评审后才能进入编码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目录结构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4572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9748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5740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产品文档 + 冲刺容器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0" y="4572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6364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apps/ / businesses/ / tools/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2356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 + specs/ 四文件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2286000"/>
            <a:ext cx="3291840" cy="3657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9748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5740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架构决策 + 数据字典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0" y="2286000"/>
            <a:ext cx="3291840" cy="36576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6" name="Shape 24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2356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协作入口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稳定层 docs/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产品概览 + 术语表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non-functional-reqs.md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性能/SLA/安全/合规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visual-design.md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设计规范 / 品牌资产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版本层 sprints/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sprint-NNN_name/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SPRINT-features.md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functional-overview.md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user-scenarios.md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user-journey-flows.md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uml-pack.md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prototypes/ (HTML)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&amp; 架构师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54864" cy="3977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specs/ 四文件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57400" y="111556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23317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31720" y="1280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 + 方案 + 边界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57400" y="189280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233172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实现步骤 + 文件清单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57400" y="267004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33172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+ 状态跟踪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057400" y="344728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233172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check.md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31720" y="3611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 + 人工验收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0" y="365760"/>
            <a:ext cx="54864" cy="3977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 架构文档库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三种文档：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架构设计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上下文、ER、流程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数据字典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跨模块共享实体定义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决策记录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多方案对比 + 理由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新人先读 ADR/，30 分钟看懂系统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五步开发流程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2918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设计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1460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25146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5740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规格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5740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 + specs/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91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977640" y="14630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3977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or 打回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44068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544068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98348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8348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→ 代码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179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90372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4652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4652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 + 集成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291840"/>
            <a:ext cx="8046720" cy="9144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32918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PM 写业务文档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Dev 给方向 → AI 写方案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PM+Dev 评审 → 通过后 AI 才能编码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AI 按 spec 实现 → 自检 → 等待确认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Dev 修复边界 + QA 验收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产品设计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独作，AI 辅助润色、画图、生成原型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19456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PM 做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写产品文档 docs/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画 Mermaid 流程图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做 HTML 原型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定义业务验收条件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拆冲刺 sprints/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19456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PM 不做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不写技术方案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DB schema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API 设计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不写代码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337560"/>
            <a:ext cx="6766560" cy="10058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084832" y="3429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进入 Step 2 的条件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749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 + user-scenarios + sprints 就位 → TL 评审技术可行性通过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架构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给方向（10 分钟），AI 写完整方案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4 个决策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功能归属哪个模块？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需要新 ADR 吗？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跨模块依赖？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核心 API/表名？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产出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ADR/ 架构文档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requirements.md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tasks.md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check.md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方案评审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唯一必须真人碰面的节点 — spec 通过评审前 AI 不能编码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审：业务匹配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 spec 能解决 sprint 里的业务需求吗？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看不懂 → spec 不合格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审：架构合理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方案可行？边界清晰？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跨模块依赖处理正确？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017520"/>
            <a:ext cx="6766560" cy="13716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084832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评审结论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4747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通过 → 进入 Step 4 AI 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需修改 → 打回 Step 2，Dev+AI 改 spec 后重审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输入：已通过评审的 requirements.md + plan.md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19202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requirements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理解方案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632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918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plan.md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逐文件实现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348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091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状态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064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350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自检: typecheck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build + curl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780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4066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4066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74066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523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展示改动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等确认→提交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0240" y="2743200"/>
            <a:ext cx="6766560" cy="155448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920240" y="2743200"/>
            <a:ext cx="676656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2084832" y="28529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禁止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084832" y="320040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不读 spec 直接写代码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边写边改方案（改方案必须回 Step 2/3）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自动 git commit/push（展示改动等确认）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每次任务全量重读 docs/（按 P0/P1/P2 按需读取）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擅长 80%，人必须做那 20%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0" y="9144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3108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检查项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AI 覆盖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人必须做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逻辑正确性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⭐⭐⭐ 标准路径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边界情况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UI 细节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布局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细微交互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错误处理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主线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异常组合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安全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 常见注入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权限/泄露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集成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单模块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跨模块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1920240" y="3429000"/>
            <a:ext cx="6766560" cy="9144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9" name="Text 6"/>
          <p:cNvSpPr/>
          <p:nvPr/>
        </p:nvSpPr>
        <p:spPr>
          <a:xfrm>
            <a:off x="2084832" y="35204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验收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084832" y="37947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全部步骤 → 签署 done     |     人管边界，AI 管标准 — 互补不是替代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产品文档 + sprints/ 冲刺 + prototypes/ 原型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业务流程、验收条件、术语表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4068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4068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 + 审 spec + 修边界 bug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架构决策、方案评审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specs/ 四文件 + 按 spec 编码 + 自检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0312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模块方案、标准化编码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4068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2286000"/>
            <a:ext cx="54864" cy="15544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6" name="Shape 24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→ 签署 done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2356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回归范围、人工验收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43891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一个 sprint 多个功能？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03120" y="749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每个功能一个 spec，Step 2-3 可并行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20240" y="132588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103120" y="139903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写 spec 发现 sprint 有问题？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709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打回 Step 1，PM 修。不在 spec 里改业务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20240" y="228600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103120" y="235915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AI 代码有问题？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2670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小 bug → Step 5 修。方向不对 → 回 Step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324612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2103120" y="331927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谁验收 check.md？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3630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QA 跑。无 QA 则 Dev 验收，PM 确认业务条件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跨模块协作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 app 引用 business 的 specs 时，使用 Context Contract（≤15 行）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560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Contract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Context from Dependencies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BIZ-001 (user-service)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POST /api/auth/login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/api/users/me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56032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拆层验证法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5099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自底向上：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合约层 — 接口定义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API 路由层 — 路由绑定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数据层 — ORM/DB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UI 层 — 前端组件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组合各 spec 的 check.md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五句话总结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8016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写清楚业务（docs + sprints），不写技术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288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82880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给方向，AI 写完整方案（ADR + specs）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774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37744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方案必须评审，PM 说看不懂 = 不合格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2608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292608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按 spec 编码，不跳步骤不改方案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47472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7472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47472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人管边界，AI 管标准 — 互补不是替代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完整规范：ssot-convention.zh.md    AI 入口：AGENTS.md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SSOT 开发方法论 — 规格驱动开发培训</dc:title>
  <dc:subject>PptxGenJS Presentation</dc:subject>
  <dc:creator>Toketec</dc:creator>
  <cp:lastModifiedBy>Toketec</cp:lastModifiedBy>
  <cp:revision>1</cp:revision>
  <dcterms:created xsi:type="dcterms:W3CDTF">2026-07-20T09:22:45Z</dcterms:created>
  <dcterms:modified xsi:type="dcterms:W3CDTF">2026-07-20T09:22:45Z</dcterms:modified>
</cp:coreProperties>
</file>