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纯代码域 src/（规格在迭代容器）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架构变动设计（一次大型变动一整份）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运营资产：配置 / 接口 / 规范 / 手册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sp-NNN-名称/（docs/ + specs/）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一次大型变动 = 一个 adr 文件夹（3 份文档）：
architecture.md
架构总览（上下文/组件/技术选型）
data-model.md
数据模型（实体/表结构）
impact.md
影响与注意事项
整个系统的技术设计只出现在 adrs/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adrs/（一次大变动一个文件夹）+ 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本次迭代拆几个 spec？
② 是大型架构变动吗？（是→一个 adr 文件夹）
③ 跨 spec 依赖？
④ 核心 API/表名？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adrs/ 架构文档 + 迭代 specs/ 四文件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sprints/*/sprints/*/specs/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/ 配置 / 接口 / 手册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spec 依赖其他 spec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spec-002 (后端认证服务)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